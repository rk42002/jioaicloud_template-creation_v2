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P&amp;L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Unit Economics &amp; Cost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[P&amp;L Summary — to be completed]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JioAICloud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CASE  |  Why This Model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4552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8A"/>
                </a:solidFill>
              </a:rPr>
              <a:t>Variable cost architecture + ARPU tailwinds + Chairman alignment = a business Jio must own 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103BC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234440"/>
            <a:ext cx="6492240" cy="11430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234440"/>
            <a:ext cx="54864" cy="1143000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2893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Variable Cost Model That Scales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58191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70C0"/>
                </a:solidFill>
              </a:rPr>
              <a:t>Compute is tiered (T1/T2/T3) by feature — not a flat pool. Unit economics improve as we tune controls. Storage becomes a recurring, monetisable fixed-cost asset rather than a pure liability.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103BC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606040"/>
            <a:ext cx="6492240" cy="11430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606040"/>
            <a:ext cx="54864" cy="1143000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6609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Jio ARPU Growth &amp; Retention Play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5351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70C0"/>
                </a:solidFill>
              </a:rPr>
              <a:t>Creation is the next stickiness lever — Airtel is already partnering with Adobe to compete here. JioAICloud can own this natively at Bharat scale before any window closes, directly lifting ARPU and reducing churn.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103BC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4023360"/>
            <a:ext cx="6492240" cy="11430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023360"/>
            <a:ext cx="54864" cy="1143000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0782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Aligned to Sh. MDA's Vision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37083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70C0"/>
                </a:solidFill>
              </a:rPr>
              <a:t>"Shaping how India communicates, computes and consumes content" — JioAICloud is the Multimedia Arm of this strategy. It answers not just what we are building, but why right now is the only moment to act.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1170432"/>
            <a:ext cx="3886200" cy="3657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11704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 Architecture: Feature Tiers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1536192"/>
            <a:ext cx="5029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458200" y="1536192"/>
            <a:ext cx="15544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1536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012680" y="1536192"/>
            <a:ext cx="9144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12680" y="15361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Cost/call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27080" y="1536192"/>
            <a:ext cx="9144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27080" y="15361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Free/day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955280" y="1828800"/>
            <a:ext cx="502920" cy="13258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91856" y="1865376"/>
            <a:ext cx="429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</a:rPr>
              <a:t>T1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58200" y="1828800"/>
            <a:ext cx="1554480" cy="13258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94776" y="1865376"/>
            <a:ext cx="1481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Greetings, posters, templates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012680" y="1828800"/>
            <a:ext cx="914400" cy="13258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9256" y="1865376"/>
            <a:ext cx="8412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Near-zero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27080" y="1828800"/>
            <a:ext cx="914400" cy="13258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63656" y="1865376"/>
            <a:ext cx="8412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6B3C"/>
                </a:solidFill>
              </a:rPr>
              <a:t>Unlimited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55280" y="3154680"/>
            <a:ext cx="502920" cy="1325880"/>
          </a:xfrm>
          <a:prstGeom prst="rect">
            <a:avLst/>
          </a:prstGeom>
          <a:solidFill>
            <a:srgbClr val="FEF9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91856" y="3191256"/>
            <a:ext cx="429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T2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58200" y="3154680"/>
            <a:ext cx="1554480" cy="1325880"/>
          </a:xfrm>
          <a:prstGeom prst="rect">
            <a:avLst/>
          </a:prstGeom>
          <a:solidFill>
            <a:srgbClr val="FEF9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94776" y="3191256"/>
            <a:ext cx="1481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BG removal, passport photo, enhance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012680" y="3154680"/>
            <a:ext cx="914400" cy="1325880"/>
          </a:xfrm>
          <a:prstGeom prst="rect">
            <a:avLst/>
          </a:prstGeom>
          <a:solidFill>
            <a:srgbClr val="FEF9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49256" y="3191256"/>
            <a:ext cx="8412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₹0.20–0.80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927080" y="3154680"/>
            <a:ext cx="914400" cy="1325880"/>
          </a:xfrm>
          <a:prstGeom prst="rect">
            <a:avLst/>
          </a:prstGeom>
          <a:solidFill>
            <a:srgbClr val="FEF9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63656" y="3191256"/>
            <a:ext cx="8412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5–8 / day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955280" y="4480560"/>
            <a:ext cx="5029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91856" y="4517136"/>
            <a:ext cx="429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1C1C"/>
                </a:solidFill>
              </a:rPr>
              <a:t>T3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58200" y="4480560"/>
            <a:ext cx="155448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94776" y="4517136"/>
            <a:ext cx="1481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Ghibli, AI Camera, Memories Reels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012680" y="4480560"/>
            <a:ext cx="91440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49256" y="4517136"/>
            <a:ext cx="8412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₹3–12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927080" y="4480560"/>
            <a:ext cx="91440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63656" y="4517136"/>
            <a:ext cx="8412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1–2 / day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55280" y="58247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Free limits set per tier, not pooled — T1 users never blocked, T3 heavy users hit paywall fast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JioAICloud |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2026-04-27T15:11:41Z</dcterms:created>
  <dcterms:modified xsi:type="dcterms:W3CDTF">2026-04-27T15:11:41Z</dcterms:modified>
</cp:coreProperties>
</file>